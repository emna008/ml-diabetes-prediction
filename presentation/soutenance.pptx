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Prédiction du diabète par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Projet Machine Learning End-to-End</a:t>
            </a:r>
          </a:p>
          <a:p>
            <a:pPr>
              <a:defRPr sz="2000"/>
            </a:pPr>
            <a:r>
              <a:t>Auteur : Emna</a:t>
            </a:r>
          </a:p>
          <a:p>
            <a:pPr>
              <a:defRPr sz="2000"/>
            </a:pPr>
            <a:r>
              <a:t>Encadrant : M. Abdallah Khemais</a:t>
            </a:r>
          </a:p>
          <a:p>
            <a:pPr>
              <a:defRPr sz="2000"/>
            </a:pPr>
            <a:r>
              <a:t>Classification binaire — risque diabétique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et question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 : UCI Pima Indians Diabetes (768 lignes, 8 features)</a:t>
            </a:r>
          </a:p>
          <a:p>
            <a:pPr>
              <a:defRPr sz="2000"/>
            </a:pPr>
            <a:r>
              <a:t>Question : prédire Outcome (0/1) à partir de mesures cliniques</a:t>
            </a:r>
          </a:p>
          <a:p>
            <a:pPr>
              <a:defRPr sz="2000"/>
            </a:pPr>
            <a:r>
              <a:t>Justification : classification médicale, dataset documenté (UCI/Kaggle)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exploratoire — insights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Classes déséquilibrées : ~65% non-diabétiques / ~35% diabétiques</a:t>
            </a:r>
          </a:p>
          <a:p>
            <a:pPr>
              <a:defRPr sz="2000"/>
            </a:pPr>
            <a:r>
              <a:t>Glucose et BMI fortement corrélés à la cible</a:t>
            </a:r>
          </a:p>
          <a:p>
            <a:pPr>
              <a:defRPr sz="2000"/>
            </a:pPr>
            <a:r>
              <a:t>Zéros physiologiquement impossibles traités comme valeurs manquantes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Imputation (médiane / mode) + StandardScaler</a:t>
            </a:r>
          </a:p>
          <a:p>
            <a:pPr>
              <a:defRPr sz="2000"/>
            </a:pPr>
            <a:r>
              <a:t>Feature engineering : tranches d'âge, catégories IMC, ratio Glucose/Insulin</a:t>
            </a:r>
          </a:p>
          <a:p>
            <a:pPr>
              <a:defRPr sz="2000"/>
            </a:pPr>
            <a:r>
              <a:t>Pipeline sklearn pour éviter la fuite de données</a:t>
            </a:r>
          </a:p>
          <a:p>
            <a:pPr>
              <a:defRPr sz="2000"/>
            </a:pPr>
            <a:r>
              <a:t>Split stratifié 80% train / 20%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Modèles testés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Régression logistique (baseline interprétable)</a:t>
            </a:r>
          </a:p>
          <a:p>
            <a:pPr>
              <a:defRPr sz="2000"/>
            </a:pPr>
            <a:r>
              <a:t>Random Forest (non-linéaire, importance des features)</a:t>
            </a:r>
          </a:p>
          <a:p>
            <a:pPr>
              <a:defRPr sz="2000"/>
            </a:pPr>
            <a:r>
              <a:t>SVM RBF (frontière de décision)</a:t>
            </a:r>
          </a:p>
          <a:p>
            <a:pPr>
              <a:defRPr sz="2000"/>
            </a:pPr>
            <a:r>
              <a:t>Gradient Boosting (performance + régularisation)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comparatifs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Random Forest : F1 ≈ 0.64, Accuracy ≈ 0.75, ROC-AUC ≈ 0.83</a:t>
            </a:r>
          </a:p>
          <a:p>
            <a:pPr>
              <a:defRPr sz="2000"/>
            </a:pPr>
            <a:r>
              <a:t>Logistic Regression : F1 ≈ 0.57, ROC-AUC ≈ 0.83</a:t>
            </a:r>
          </a:p>
          <a:p>
            <a:pPr>
              <a:defRPr sz="2000"/>
            </a:pPr>
            <a:r>
              <a:t>Validation croisée 5-fold pour robustesse</a:t>
            </a:r>
          </a:p>
          <a:p>
            <a:pPr>
              <a:defRPr sz="2000"/>
            </a:pPr>
            <a:r>
              <a:t>Métriques : Accuracy, Precision, Recall, F1, ROC-AUC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retenu et interprétation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Meilleur modèle : Random Forest (F1 test le plus élevé)</a:t>
            </a:r>
          </a:p>
          <a:p>
            <a:pPr>
              <a:defRPr sz="2000"/>
            </a:pPr>
            <a:r>
              <a:t>Variables clés : Glucose, BMI, Age</a:t>
            </a:r>
          </a:p>
          <a:p>
            <a:pPr>
              <a:defRPr sz="2000"/>
            </a:pPr>
            <a:r>
              <a:t>Matrice de confusion et courbe ROC analysées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démo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reproductible disponible sur GitHub</a:t>
            </a:r>
          </a:p>
          <a:p>
            <a:pPr>
              <a:defRPr sz="2000"/>
            </a:pPr>
            <a:r>
              <a:t>Limites : population spécifique, taille modeste du dataset</a:t>
            </a:r>
          </a:p>
          <a:p>
            <a:pPr>
              <a:defRPr sz="2000"/>
            </a:pPr>
            <a:r>
              <a:t>Application Streamlit : saisie clinique → prédiction en temps réel</a:t>
            </a:r>
          </a:p>
          <a:p>
            <a:pPr>
              <a:defRPr sz="2000"/>
            </a:pPr>
            <a: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